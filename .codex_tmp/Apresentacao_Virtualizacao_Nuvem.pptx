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969264"/>
            <a:ext cx="10927080" cy="5440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9E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99669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virtualização é uma das tecnologias fundamentais que sustentam a computação em nuvem.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virtualização, os usuários podem executar múltiplos sistemas operacionais e aplicativos em um único servidor físico, melhorando a eficiência...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virtualização é um dos principais fatores que impulsionaram o surgimento do cloud computing, pois a capacidade de criar e gerenciar ambientes...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surgimento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969264"/>
            <a:ext cx="10927080" cy="5440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9E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99669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computação era dominada pelos mainframes enormes, caríssimos, difíceis de operar e de acesso restrito que atingiram uma grande velocidade de...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meados dos anos 1960, foram realizados experimentos com tecnologias que podem ser classificadas como os primeiros hipervisores no Centro de...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tempo, porém, o cenário mudou.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justamente esse problema que reacendeu o interesse pela virtualização.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resolvido pela virutalização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969264"/>
            <a:ext cx="10927080" cy="5440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9E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99669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virtualização, a infraestrutura de TI das empresas era construída sobre um modelo que, apesar de funcional, era profundamente ineficiente.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grande problema desse modelo era o desperdício.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Havia ainda o problema da resiliência.</a:t>
            </a:r>
            <a:endParaRPr lang="en-US" sz="18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virtualização veio resolver exatamente esse conjunto de problemas, ao permitir que um único servidor físico hospedasse múltiplas máquinas virtuais...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969264"/>
            <a:ext cx="10927080" cy="5440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9E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99669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virtualização funciona por meio de uma camada de software que fica entre o hardware físico e os sistemas operacionais que serão executados sobre...</a:t>
            </a:r>
            <a:endParaRPr lang="en-US" sz="17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hipervisor tem a responsabilidade de abstrair os recursos físicos do servidor, como processador, memória RAM, armazenamento e interfaces de rede, e...</a:t>
            </a:r>
            <a:endParaRPr lang="en-US" sz="17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 de hipervisor.</a:t>
            </a:r>
            <a:endParaRPr lang="en-US" sz="17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máquina virtual é criada, o hipervisor aloca uma fatia dos recursos físicos disponíveis para ela, como um determinado número de núcleos de...</a:t>
            </a:r>
            <a:endParaRPr lang="en-US" sz="17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conceito importante dentro da virtualização é o de snapshot, que é uma espécie de fotografia do estado completo de uma máquina virtual em um...</a:t>
            </a:r>
            <a:endParaRPr lang="en-US" sz="17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conjunto de capacidades que faz da virtualização a base sobre a qual a computação em nuvem foi construída, pois permite que provedores de...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969264"/>
            <a:ext cx="10927080" cy="5440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9E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99669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custos: A consolidação de múltiplas máquinas virtuais em um único servidor físico reduz os gastos com aquisição de hardware, consumo...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aproveitamento dos recursos: Os recursos do hardware, como processamento, memória e armazenamento, são distribuídos de forma inteligente...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ágil: Novas máquinas virtuais podem ser criadas em minutos e recursos podem ser ajustados rapidamente conforme a demanda, sem a...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e resiliência: Em caso de falha de hardware, máquinas virtuais podem ser restauradas ou reiniciadas em outro servidor...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ao vivo: Máquinas virtuais podem ser movidas entre servidores físicos em tempo real, sem qualquer interrupção perceptível para o...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entre ambientes: Cada máquina virtual opera de forma independente, garantindo que falhas, erros ou ataques em uma delas não se...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9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de backup e recuperação: Por serem essencialmente arquivos de software, máquinas virtuais podem ser copiadas, replicadas 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BEEFF"/>
          </a:solidFill>
          <a:ln w="12700">
            <a:solidFill>
              <a:srgbClr val="DB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"/>
            <a:ext cx="1645920" cy="384048"/>
          </a:xfrm>
          <a:prstGeom prst="roundRect">
            <a:avLst/>
          </a:prstGeom>
          <a:solidFill>
            <a:srgbClr val="CDE8FF">
              <a:alpha val="90000"/>
            </a:srgbClr>
          </a:solidFill>
          <a:ln w="12700">
            <a:solidFill>
              <a:srgbClr val="A6CF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965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Ciência da Computação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Virtualização - Aula de Computação em Nuvem</dc:title>
  <dc:subject>Virtualização em Computação em Nuvem</dc:subject>
  <dc:creator>Codex</dc:creator>
  <cp:lastModifiedBy>Codex</cp:lastModifiedBy>
  <cp:revision>1</cp:revision>
  <dcterms:created xsi:type="dcterms:W3CDTF">2026-03-19T02:38:16Z</dcterms:created>
  <dcterms:modified xsi:type="dcterms:W3CDTF">2026-03-19T02:38:16Z</dcterms:modified>
</cp:coreProperties>
</file>